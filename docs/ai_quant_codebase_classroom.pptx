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Quant Investment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Classroom Deck (updated for latest codebase)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2194560" cy="822960"/>
          </a:xfrm>
          <a:prstGeom prst="roundRect">
            <a:avLst/>
          </a:prstGeom>
          <a:solidFill>
            <a:srgbClr val="DFEA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Bronze</a:t>
            </a:r>
          </a:p>
          <a:p>
            <a:r>
              <a:t>Raw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554480"/>
            <a:ext cx="2377440" cy="822960"/>
          </a:xfrm>
          <a:prstGeom prst="roundRect">
            <a:avLst/>
          </a:prstGeom>
          <a:solidFill>
            <a:srgbClr val="ECF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Silver</a:t>
            </a:r>
          </a:p>
          <a:p>
            <a:r>
              <a:t>Spark Indicators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554480"/>
            <a:ext cx="2377440" cy="822960"/>
          </a:xfrm>
          <a:prstGeom prst="roundRect">
            <a:avLst/>
          </a:prstGeom>
          <a:solidFill>
            <a:srgbClr val="E9F9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Gold</a:t>
            </a:r>
          </a:p>
          <a:p>
            <a:r>
              <a:t>Signals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1554480"/>
            <a:ext cx="2011680" cy="822960"/>
          </a:xfrm>
          <a:prstGeom prst="roundRect">
            <a:avLst/>
          </a:prstGeom>
          <a:solidFill>
            <a:srgbClr val="FFF4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Email + API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43200" y="1783080"/>
            <a:ext cx="64008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6035040" y="1783080"/>
            <a:ext cx="45720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9052560" y="1783080"/>
            <a:ext cx="36576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2926080"/>
            <a:ext cx="4389120" cy="914400"/>
          </a:xfrm>
          <a:prstGeom prst="roundRect">
            <a:avLst/>
          </a:prstGeom>
          <a:solidFill>
            <a:srgbClr val="FFF6D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Weekly Validation DAG</a:t>
            </a:r>
          </a:p>
          <a:p>
            <a:r>
              <a:t>Walk-forward + Model Select + Threshold Sweep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Changed Recently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Spark EMA/MACD/RSI/Stochastic logic corrected and validated.</a:t>
            </a:r>
          </a:p>
          <a:p>
            <a:pPr>
              <a:defRPr sz="2100"/>
            </a:pPr>
            <a:r>
              <a:t>Phase-2 walk-forward evaluator added with auto model selection.</a:t>
            </a:r>
          </a:p>
          <a:p>
            <a:pPr>
              <a:defRPr sz="2100"/>
            </a:pPr>
            <a:r>
              <a:t>Weekly validation DAG added for governance.</a:t>
            </a:r>
          </a:p>
          <a:p>
            <a:pPr>
              <a:defRPr sz="1800"/>
            </a:pPr>
            <a:r>
              <a:t>Email report now includes Validation Summary sheet + snapshot 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Silver Layer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Trend: MA7, EMA20, SMA50, SMA200</a:t>
            </a:r>
          </a:p>
          <a:p>
            <a:pPr>
              <a:defRPr sz="2100"/>
            </a:pPr>
            <a:r>
              <a:t>Momentum: MACD, MACD Signal, RSI14, Stoch K/D</a:t>
            </a:r>
          </a:p>
          <a:p>
            <a:pPr>
              <a:defRPr sz="2100"/>
            </a:pPr>
            <a:r>
              <a:t>Risk: Volatility7d, ATR14, Bollinger Bands</a:t>
            </a:r>
          </a:p>
          <a:p>
            <a:pPr>
              <a:defRPr sz="1800"/>
            </a:pPr>
            <a:r>
              <a:t>All computed via Spark windows partitioned by symbol and ordered by event_time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and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Horizon labels: 1y (&gt;=10%), 5y (&gt;=50%) using SQL LEAD(close).</a:t>
            </a:r>
          </a:p>
          <a:p>
            <a:pPr>
              <a:defRPr sz="1800"/>
            </a:pPr>
            <a:r>
              <a:t>Training model artifacts: /opt/airflow/models/*_rf_1y/5y_model.joblib</a:t>
            </a:r>
          </a:p>
          <a:p>
            <a:pPr>
              <a:defRPr sz="1800"/>
            </a:pPr>
            <a:r>
              <a:t>Signal labels come from probability thresholds in strategy_engine.py</a:t>
            </a:r>
          </a:p>
          <a:p>
            <a:pPr>
              <a:defRPr sz="2100"/>
            </a:pPr>
            <a:r>
              <a:t>Gold tables store signal_1y, signal_5y and confidence columns.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Walk-Forward Evaluation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Expanding windows: min_train_days=504, test_days=126, step_days=63</a:t>
            </a:r>
          </a:p>
          <a:p>
            <a:pPr>
              <a:defRPr sz="2100"/>
            </a:pPr>
            <a:r>
              <a:t>Metrics: accuracy, precision, recall, F1, ROC-AUC, Brier</a:t>
            </a:r>
          </a:p>
          <a:p>
            <a:pPr>
              <a:defRPr sz="1800"/>
            </a:pPr>
            <a:r>
              <a:t>Backtest stats: CAGR, Sharpe, drawdown, hit rate (horizon-aware annualization)</a:t>
            </a:r>
          </a:p>
          <a:p>
            <a:pPr>
              <a:defRPr sz="2100"/>
            </a:pPr>
            <a:r>
              <a:t>Threshold sweep and recommended min_prob per horizon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Validation Snapshot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</a:tblGrid>
              <a:tr h="4775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</a:t>
                      </a:r>
                    </a:p>
                  </a:txBody>
                  <a:tcPr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ROC</a:t>
                      </a:r>
                    </a:p>
                  </a:txBody>
                  <a:tcPr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Splits</a:t>
                      </a:r>
                    </a:p>
                  </a:txBody>
                  <a:tcPr>
                    <a:solidFill>
                      <a:srgbClr val="153E75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Nifty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histgb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26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Nifty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histgb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Nifty Mid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26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Nifty Mid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Nifty Small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missing_report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Mutual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missing_report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Crypto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histgb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Crypto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no_data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histgb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DAG: ai_quant_model_validation_weekly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Tasks run sequentially: crypto -&gt; nifty50 -&gt; midcap -&gt; smallcap -&gt; mutual_funds</a:t>
            </a:r>
          </a:p>
          <a:p>
            <a:pPr>
              <a:defRPr sz="1800"/>
            </a:pPr>
            <a:r>
              <a:t>do_xcom_push=False and return_results=False for lean scheduler load</a:t>
            </a:r>
          </a:p>
          <a:p>
            <a:pPr>
              <a:defRPr sz="1800"/>
            </a:pPr>
            <a:r>
              <a:t>max_active_runs=1 to prevent duplicate heavy runs on local hardware</a:t>
            </a:r>
          </a:p>
          <a:p>
            <a:pPr>
              <a:defRPr sz="2100"/>
            </a:pPr>
            <a:r>
              <a:t>Output artifacts stored in files/reports/*.json and *.csv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and Product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Workbook tabs per asset class keep only INVEST NOW/ACCUMULATE class candidates</a:t>
            </a:r>
          </a:p>
          <a:p>
            <a:pPr>
              <a:defRPr sz="2100"/>
            </a:pPr>
            <a:r>
              <a:t>Confidence fields rendered as percentages</a:t>
            </a:r>
          </a:p>
          <a:p>
            <a:pPr>
              <a:defRPr sz="1800"/>
            </a:pPr>
            <a:r>
              <a:t>Validation Summary tab surfaces model health per asset class/horizon</a:t>
            </a:r>
          </a:p>
          <a:p>
            <a:pPr>
              <a:defRPr sz="1800"/>
            </a:pPr>
            <a:r>
              <a:t>Email body includes selected model, threshold, ROC-AUC, F1, and splits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docker compose exec airflow-api-server airflow dags trigger ai_quant_daily_pipeline</a:t>
            </a:r>
          </a:p>
          <a:p>
            <a:pPr>
              <a:defRPr sz="1800"/>
            </a:pPr>
            <a:r>
              <a:t>docker compose exec airflow-api-server airflow dags trigger ai_quant_model_validation_weekly</a:t>
            </a:r>
          </a:p>
          <a:p>
            <a:pPr>
              <a:defRPr sz="1800"/>
            </a:pPr>
            <a:r>
              <a:t>docker compose exec airflow-api-server airflow tasks states-for-dag-run ai_quant_model_validation_weekly &lt;run_id&gt;</a:t>
            </a:r>
          </a:p>
          <a:p>
            <a:pPr>
              <a:defRPr sz="1800"/>
            </a:pPr>
            <a:r>
              <a:t>docker compose exec airflow-api-server python -m src.recommendation.walk_forward_evaluation --source-table silver.nifty50_features_daily --model-type auto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This codebase now includes both prediction and governance loops.</a:t>
            </a:r>
          </a:p>
          <a:p>
            <a:pPr>
              <a:defRPr sz="1800"/>
            </a:pPr>
            <a:r>
              <a:t>Financial formulas are explicit and validated against pandas reference.</a:t>
            </a:r>
          </a:p>
          <a:p>
            <a:pPr>
              <a:defRPr sz="1800"/>
            </a:pPr>
            <a:r>
              <a:t>The local-first architecture is viable on CPU with staged DAG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